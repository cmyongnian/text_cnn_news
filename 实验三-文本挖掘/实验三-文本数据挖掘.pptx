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09" r:id="rId2"/>
    <p:sldId id="319" r:id="rId3"/>
    <p:sldId id="320" r:id="rId4"/>
    <p:sldId id="310" r:id="rId5"/>
    <p:sldId id="313" r:id="rId6"/>
    <p:sldId id="316" r:id="rId7"/>
    <p:sldId id="31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E1F5"/>
    <a:srgbClr val="F6E1A2"/>
    <a:srgbClr val="A3BDE2"/>
    <a:srgbClr val="376A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82536" autoAdjust="0"/>
  </p:normalViewPr>
  <p:slideViewPr>
    <p:cSldViewPr snapToGrid="0">
      <p:cViewPr varScale="1">
        <p:scale>
          <a:sx n="128" d="100"/>
          <a:sy n="128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fld id="{CE68FEA9-F473-487D-82F0-8EA453ED3AEF}" type="datetimeFigureOut">
              <a:rPr lang="zh-CN" altLang="en-US" smtClean="0"/>
              <a:t>2022/3/24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fld id="{5E3CC8DD-EC6F-4DDF-91FC-AADEA3C36CB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楷体" panose="02010609060101010101" pitchFamily="49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楷体" panose="02010609060101010101" pitchFamily="49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楷体" panose="02010609060101010101" pitchFamily="49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楷体" panose="02010609060101010101" pitchFamily="49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楷体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dirty="0">
              <a:solidFill>
                <a:srgbClr val="414141"/>
              </a:solidFill>
              <a:latin typeface="-apple-system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FB11C-1432-424D-9DE1-45503335D8D9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dirty="0">
              <a:solidFill>
                <a:srgbClr val="414141"/>
              </a:solidFill>
              <a:latin typeface="-apple-system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FB11C-1432-424D-9DE1-45503335D8D9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6814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dirty="0">
              <a:solidFill>
                <a:srgbClr val="414141"/>
              </a:solidFill>
              <a:latin typeface="-apple-system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FB11C-1432-424D-9DE1-45503335D8D9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3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1243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dirty="0">
              <a:solidFill>
                <a:srgbClr val="414141"/>
              </a:solidFill>
              <a:latin typeface="-apple-system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FB11C-1432-424D-9DE1-45503335D8D9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4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dirty="0">
              <a:solidFill>
                <a:srgbClr val="414141"/>
              </a:solidFill>
              <a:latin typeface="-apple-system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FB11C-1432-424D-9DE1-45503335D8D9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5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dirty="0">
              <a:solidFill>
                <a:srgbClr val="414141"/>
              </a:solidFill>
              <a:latin typeface="-apple-system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FB11C-1432-424D-9DE1-45503335D8D9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6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dirty="0">
              <a:solidFill>
                <a:srgbClr val="414141"/>
              </a:solidFill>
              <a:latin typeface="-apple-system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FB11C-1432-424D-9DE1-45503335D8D9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7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3101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69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70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9771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43ADC22A-E89E-4CA4-A9DA-F00837335342}" type="datetime1">
              <a:rPr lang="zh-CN" altLang="en-US" smtClean="0"/>
              <a:t>2022/3/24</a:t>
            </a:fld>
            <a:endParaRPr lang="zh-CN" altLang="en-US" b="1" i="1"/>
          </a:p>
        </p:txBody>
      </p:sp>
      <p:sp>
        <p:nvSpPr>
          <p:cNvPr id="1049772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73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30055C4C-D7A3-431C-BDD5-E6EB3A7AC7E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597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07108355-6E83-4B14-AA43-7CEB1E503A45}" type="datetime1">
              <a:rPr lang="zh-CN" altLang="en-US" smtClean="0"/>
              <a:t>2022/3/24</a:t>
            </a:fld>
            <a:endParaRPr lang="zh-CN" altLang="en-US" b="1" i="1"/>
          </a:p>
        </p:txBody>
      </p:sp>
      <p:sp>
        <p:nvSpPr>
          <p:cNvPr id="1048598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109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78385" y="6415090"/>
            <a:ext cx="1311275" cy="365125"/>
          </a:xfrm>
        </p:spPr>
        <p:txBody>
          <a:bodyPr/>
          <a:lstStyle>
            <a:lvl1pPr>
              <a:defRPr sz="1050" b="0"/>
            </a:lvl1pPr>
          </a:lstStyle>
          <a:p>
            <a:fld id="{89DB14B3-731A-4352-BC82-B1993596BD1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80" name="标题 1"/>
          <p:cNvSpPr>
            <a:spLocks noGrp="1"/>
          </p:cNvSpPr>
          <p:nvPr>
            <p:ph type="title"/>
          </p:nvPr>
        </p:nvSpPr>
        <p:spPr>
          <a:xfrm>
            <a:off x="963613" y="4406902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81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82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F680BDC2-098E-408A-97A7-2C188B209A9D}" type="datetime1">
              <a:rPr lang="zh-CN" altLang="en-US" smtClean="0"/>
              <a:t>2022/3/24</a:t>
            </a:fld>
            <a:endParaRPr lang="zh-CN" altLang="en-US" b="1" i="1"/>
          </a:p>
        </p:txBody>
      </p:sp>
      <p:sp>
        <p:nvSpPr>
          <p:cNvPr id="1049783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84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F1226E9-A8D7-433D-8FF6-126998C986E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51" name="内容占位符 2"/>
          <p:cNvSpPr>
            <a:spLocks noGrp="1"/>
          </p:cNvSpPr>
          <p:nvPr>
            <p:ph sz="half" idx="1"/>
          </p:nvPr>
        </p:nvSpPr>
        <p:spPr>
          <a:xfrm>
            <a:off x="639765" y="1222375"/>
            <a:ext cx="5392737" cy="4775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52" name="内容占位符 3"/>
          <p:cNvSpPr>
            <a:spLocks noGrp="1"/>
          </p:cNvSpPr>
          <p:nvPr>
            <p:ph sz="half" idx="2"/>
          </p:nvPr>
        </p:nvSpPr>
        <p:spPr>
          <a:xfrm>
            <a:off x="6184900" y="1222375"/>
            <a:ext cx="5394325" cy="4775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53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FF2AB2A5-7A8A-4F58-A554-B42D7FCF923B}" type="datetime1">
              <a:rPr lang="zh-CN" altLang="en-US" smtClean="0"/>
              <a:t>2022/3/24</a:t>
            </a:fld>
            <a:endParaRPr lang="zh-CN" altLang="en-US" b="1" i="1"/>
          </a:p>
        </p:txBody>
      </p:sp>
      <p:sp>
        <p:nvSpPr>
          <p:cNvPr id="1049754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55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52D239C-B544-419A-AA47-2182D1DC8F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56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57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63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58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3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5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60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61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71AF49A0-AE70-4051-914F-31E7490B50B4}" type="datetime1">
              <a:rPr lang="zh-CN" altLang="en-US" smtClean="0"/>
              <a:t>2022/3/24</a:t>
            </a:fld>
            <a:endParaRPr lang="zh-CN" altLang="en-US" b="1" i="1"/>
          </a:p>
        </p:txBody>
      </p:sp>
      <p:sp>
        <p:nvSpPr>
          <p:cNvPr id="1049762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63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0C864EAE-E214-426E-A852-45DAD4CB139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07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B6313E23-202A-4DBA-BDFA-113B037C340A}" type="datetime1">
              <a:rPr lang="zh-CN" altLang="en-US" smtClean="0"/>
              <a:t>2022/3/24</a:t>
            </a:fld>
            <a:endParaRPr lang="zh-CN" altLang="en-US" b="1" i="1"/>
          </a:p>
        </p:txBody>
      </p:sp>
      <p:sp>
        <p:nvSpPr>
          <p:cNvPr id="1048608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9" name="Rectangle 109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78385" y="6415090"/>
            <a:ext cx="1311275" cy="365125"/>
          </a:xfrm>
        </p:spPr>
        <p:txBody>
          <a:bodyPr/>
          <a:lstStyle>
            <a:lvl1pPr>
              <a:defRPr sz="1050" b="0"/>
            </a:lvl1pPr>
          </a:lstStyle>
          <a:p>
            <a:fld id="{89DB14B3-731A-4352-BC82-B1993596BD1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med"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1A593734-0361-4874-BEC2-546E7AA82CC1}" type="datetime1">
              <a:rPr lang="zh-CN" altLang="en-US" smtClean="0"/>
              <a:t>2022/3/24</a:t>
            </a:fld>
            <a:endParaRPr lang="zh-CN" altLang="en-US" b="1" i="1"/>
          </a:p>
        </p:txBody>
      </p:sp>
      <p:sp>
        <p:nvSpPr>
          <p:cNvPr id="1048584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Rectangle 109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78385" y="6415090"/>
            <a:ext cx="1311275" cy="365125"/>
          </a:xfrm>
        </p:spPr>
        <p:txBody>
          <a:bodyPr/>
          <a:lstStyle>
            <a:lvl1pPr>
              <a:defRPr sz="1050" b="0"/>
            </a:lvl1pPr>
          </a:lstStyle>
          <a:p>
            <a:fld id="{89DB14B3-731A-4352-BC82-B1993596BD1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med"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90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91" name="内容占位符 2"/>
          <p:cNvSpPr>
            <a:spLocks noGrp="1"/>
          </p:cNvSpPr>
          <p:nvPr>
            <p:ph idx="1"/>
          </p:nvPr>
        </p:nvSpPr>
        <p:spPr>
          <a:xfrm>
            <a:off x="4767265" y="273052"/>
            <a:ext cx="681513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92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6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93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99330C1F-F5BC-42E0-AA5F-D5B9A26A9E8D}" type="datetime1">
              <a:rPr lang="zh-CN" altLang="en-US" smtClean="0"/>
              <a:t>2022/3/24</a:t>
            </a:fld>
            <a:endParaRPr lang="zh-CN" altLang="en-US" b="1" i="1"/>
          </a:p>
        </p:txBody>
      </p:sp>
      <p:sp>
        <p:nvSpPr>
          <p:cNvPr id="1049794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95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6F4ACBDE-81A0-4AFC-ADBB-F83DDB0974C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cu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74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75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1049776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77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EB279A69-F49C-4E84-B5F0-51A87B0ECECB}" type="datetime1">
              <a:rPr lang="zh-CN" altLang="en-US" smtClean="0"/>
              <a:t>2022/3/24</a:t>
            </a:fld>
            <a:endParaRPr lang="zh-CN" altLang="en-US" b="1" i="1"/>
          </a:p>
        </p:txBody>
      </p:sp>
      <p:sp>
        <p:nvSpPr>
          <p:cNvPr id="1049778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79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FC5CC31D-1363-49C8-9F24-77AAE0A8B09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8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8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87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D4ACED31-FBD9-4AF6-B0F4-54C40CE7C31F}" type="datetime1">
              <a:rPr lang="zh-CN" altLang="en-US" smtClean="0"/>
              <a:t>2022/3/24</a:t>
            </a:fld>
            <a:endParaRPr lang="zh-CN" altLang="en-US" b="1" i="1"/>
          </a:p>
        </p:txBody>
      </p:sp>
      <p:sp>
        <p:nvSpPr>
          <p:cNvPr id="1049788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89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EC627E0C-9583-4BB6-9343-D17892D0D83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64" name="竖排标题 1"/>
          <p:cNvSpPr>
            <a:spLocks noGrp="1"/>
          </p:cNvSpPr>
          <p:nvPr>
            <p:ph type="title" orient="vert"/>
          </p:nvPr>
        </p:nvSpPr>
        <p:spPr>
          <a:xfrm>
            <a:off x="8845551" y="228602"/>
            <a:ext cx="2733675" cy="5768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6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39764" y="228602"/>
            <a:ext cx="8053387" cy="5768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66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633320E3-A737-4ADD-BC72-DA6C453EA8AD}" type="datetime1">
              <a:rPr lang="zh-CN" altLang="en-US" smtClean="0"/>
              <a:t>2022/3/24</a:t>
            </a:fld>
            <a:endParaRPr lang="zh-CN" altLang="en-US" b="1" i="1"/>
          </a:p>
        </p:txBody>
      </p:sp>
      <p:sp>
        <p:nvSpPr>
          <p:cNvPr id="1049767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68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548816AE-6FA8-4183-978A-8319EA45629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cut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 panose="020B0604020202090204"/>
            </a:endParaRPr>
          </a:p>
        </p:txBody>
      </p:sp>
    </p:spTree>
  </p:cSld>
  <p:clrMapOvr>
    <a:masterClrMapping/>
  </p:clrMapOvr>
  <p:transition spd="med">
    <p:cu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1093"/>
          <p:cNvSpPr>
            <a:spLocks noChangeArrowheads="1"/>
          </p:cNvSpPr>
          <p:nvPr/>
        </p:nvSpPr>
        <p:spPr bwMode="auto">
          <a:xfrm>
            <a:off x="0" y="6346827"/>
            <a:ext cx="12192000" cy="511175"/>
          </a:xfrm>
          <a:prstGeom prst="rect">
            <a:avLst/>
          </a:prstGeom>
          <a:solidFill>
            <a:srgbClr val="00447C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eaLnBrk="0" hangingPunct="0"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eaLnBrk="0" hangingPunct="0"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eaLnBrk="0" hangingPunct="0"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eaLnBrk="0" hangingPunct="0"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282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740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197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654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048577" name="Rectangle 109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60400" y="228602"/>
            <a:ext cx="9380539" cy="7842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en-US" dirty="0"/>
          </a:p>
        </p:txBody>
      </p:sp>
      <p:sp>
        <p:nvSpPr>
          <p:cNvPr id="1048578" name="Rectangle 109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9763" y="1222375"/>
            <a:ext cx="10939463" cy="4775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en-US" dirty="0"/>
          </a:p>
          <a:p>
            <a:pPr lvl="1"/>
            <a:r>
              <a:rPr lang="zh-CN" altLang="en-US" dirty="0"/>
              <a:t>第二级</a:t>
            </a:r>
            <a:endParaRPr lang="en-US" altLang="en-US" dirty="0"/>
          </a:p>
          <a:p>
            <a:pPr lvl="2"/>
            <a:r>
              <a:rPr lang="zh-CN" altLang="en-US" dirty="0"/>
              <a:t>第三级</a:t>
            </a:r>
            <a:endParaRPr lang="en-US" altLang="en-US" dirty="0"/>
          </a:p>
          <a:p>
            <a:pPr lvl="3"/>
            <a:r>
              <a:rPr lang="zh-CN" altLang="en-US" dirty="0"/>
              <a:t>第四级</a:t>
            </a:r>
            <a:endParaRPr lang="en-US" altLang="en-US" dirty="0"/>
          </a:p>
          <a:p>
            <a:pPr lvl="4"/>
            <a:r>
              <a:rPr lang="zh-CN" altLang="en-US" dirty="0"/>
              <a:t>第五级</a:t>
            </a:r>
            <a:endParaRPr lang="en-US" altLang="en-US" dirty="0"/>
          </a:p>
        </p:txBody>
      </p:sp>
      <p:sp>
        <p:nvSpPr>
          <p:cNvPr id="1048579" name="Rectangle 109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96964" y="6459540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45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4FE00E-8C06-457B-9BDE-A197369E635E}" type="datetime1">
              <a:rPr lang="zh-CN" altLang="en-US" smtClean="0">
                <a:sym typeface="Calibri" panose="020F0502020204030204" pitchFamily="34" charset="0"/>
              </a:rPr>
              <a:t>2022/3/24</a:t>
            </a:fld>
            <a:endParaRPr lang="zh-CN" altLang="en-US" b="1" i="1" dirty="0">
              <a:sym typeface="Calibri" panose="020F0502020204030204" pitchFamily="34" charset="0"/>
            </a:endParaRPr>
          </a:p>
        </p:txBody>
      </p:sp>
      <p:sp>
        <p:nvSpPr>
          <p:cNvPr id="1048580" name="Rectangle 109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86177" y="6459540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450" b="1" i="1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ym typeface="Calibri" panose="020F0502020204030204" pitchFamily="34" charset="0"/>
            </a:endParaRPr>
          </a:p>
        </p:txBody>
      </p:sp>
      <p:sp>
        <p:nvSpPr>
          <p:cNvPr id="1048581" name="Rectangle 109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44201" y="6415090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800" b="1" i="1" smtClean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735416B-1EEB-4908-B3FA-75CB8A360816}" type="slidenum">
              <a:rPr lang="zh-CN" altLang="en-US" smtClean="0">
                <a:sym typeface="Calibri" panose="020F0502020204030204" pitchFamily="34" charset="0"/>
              </a:rPr>
              <a:t>‹#›</a:t>
            </a:fld>
            <a:endParaRPr lang="zh-CN" altLang="en-US" dirty="0">
              <a:sym typeface="Calibri" panose="020F0502020204030204" pitchFamily="34" charset="0"/>
            </a:endParaRPr>
          </a:p>
        </p:txBody>
      </p:sp>
      <p:cxnSp>
        <p:nvCxnSpPr>
          <p:cNvPr id="3145728" name="Line 2054"/>
          <p:cNvCxnSpPr>
            <a:cxnSpLocks noChangeShapeType="1"/>
          </p:cNvCxnSpPr>
          <p:nvPr/>
        </p:nvCxnSpPr>
        <p:spPr bwMode="auto">
          <a:xfrm>
            <a:off x="639765" y="1028700"/>
            <a:ext cx="9401175" cy="0"/>
          </a:xfrm>
          <a:prstGeom prst="line">
            <a:avLst/>
          </a:prstGeom>
          <a:noFill/>
          <a:ln w="19050">
            <a:solidFill>
              <a:srgbClr val="0B4DA2"/>
            </a:solidFill>
            <a:round/>
          </a:ln>
        </p:spPr>
      </p:cxnSp>
      <p:sp>
        <p:nvSpPr>
          <p:cNvPr id="1048582" name="Rectangle 233"/>
          <p:cNvSpPr>
            <a:spLocks noChangeArrowheads="1"/>
          </p:cNvSpPr>
          <p:nvPr userDrawn="1"/>
        </p:nvSpPr>
        <p:spPr bwMode="auto">
          <a:xfrm>
            <a:off x="331789" y="428625"/>
            <a:ext cx="15398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 "/>
              <a:defRPr sz="32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3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350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Calibri" panose="020F0502020204030204" pitchFamily="34" charset="0"/>
            </a:endParaRPr>
          </a:p>
        </p:txBody>
      </p:sp>
      <p:cxnSp>
        <p:nvCxnSpPr>
          <p:cNvPr id="3145729" name="Line 404"/>
          <p:cNvCxnSpPr>
            <a:cxnSpLocks noChangeShapeType="1"/>
          </p:cNvCxnSpPr>
          <p:nvPr userDrawn="1"/>
        </p:nvCxnSpPr>
        <p:spPr bwMode="auto">
          <a:xfrm>
            <a:off x="550863" y="428625"/>
            <a:ext cx="0" cy="45720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</a:ln>
        </p:spPr>
      </p:cxnSp>
      <p:pic>
        <p:nvPicPr>
          <p:cNvPr id="14" name="图片 13"/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11313006" y="130754"/>
            <a:ext cx="742470" cy="8604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>
    <p:cut/>
  </p:transition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808080"/>
          </a:solidFill>
          <a:latin typeface="+mj-lt"/>
          <a:ea typeface="楷体" panose="02010609060101010101" pitchFamily="49" charset="-122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5pPr>
      <a:lvl6pPr marL="342900" algn="l" rtl="0" fontAlgn="base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6pPr>
      <a:lvl7pPr marL="685800" algn="l" rtl="0" fontAlgn="base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7pPr>
      <a:lvl8pPr marL="1028700" algn="l" rtl="0" fontAlgn="base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8pPr>
      <a:lvl9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25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51435" indent="-51435" algn="l" rtl="0" eaLnBrk="0" fontAlgn="base" hangingPunct="0">
        <a:lnSpc>
          <a:spcPct val="90000"/>
        </a:lnSpc>
        <a:spcBef>
          <a:spcPts val="675"/>
        </a:spcBef>
        <a:spcAft>
          <a:spcPts val="115"/>
        </a:spcAft>
        <a:buClr>
          <a:srgbClr val="0B4DA2"/>
        </a:buClr>
        <a:buSzPct val="100000"/>
        <a:buFont typeface="Calibri" panose="020F0502020204030204" pitchFamily="34" charset="0"/>
        <a:buChar char=" "/>
        <a:defRPr sz="2400">
          <a:solidFill>
            <a:srgbClr val="404040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216535" indent="-104775" algn="l" rtl="0" eaLnBrk="0" fontAlgn="base" hangingPunct="0">
        <a:lnSpc>
          <a:spcPct val="90000"/>
        </a:lnSpc>
        <a:spcBef>
          <a:spcPts val="115"/>
        </a:spcBef>
        <a:spcAft>
          <a:spcPts val="225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975">
          <a:solidFill>
            <a:srgbClr val="404040"/>
          </a:solidFill>
          <a:latin typeface="Times New Roman" panose="02020603050405020304" pitchFamily="18" charset="0"/>
          <a:ea typeface="楷体" panose="02010609060101010101" pitchFamily="49" charset="-122"/>
        </a:defRPr>
      </a:lvl2pPr>
      <a:lvl3pPr marL="318135" indent="-102235" algn="l" rtl="0" eaLnBrk="0" fontAlgn="base" hangingPunct="0">
        <a:lnSpc>
          <a:spcPct val="90000"/>
        </a:lnSpc>
        <a:spcBef>
          <a:spcPts val="115"/>
        </a:spcBef>
        <a:spcAft>
          <a:spcPts val="225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750">
          <a:solidFill>
            <a:srgbClr val="404040"/>
          </a:solidFill>
          <a:latin typeface="Times New Roman" panose="02020603050405020304" pitchFamily="18" charset="0"/>
          <a:ea typeface="楷体" panose="02010609060101010101" pitchFamily="49" charset="-122"/>
        </a:defRPr>
      </a:lvl3pPr>
      <a:lvl4pPr marL="420370" indent="-102235" algn="l" rtl="0" eaLnBrk="0" fontAlgn="base" hangingPunct="0">
        <a:lnSpc>
          <a:spcPct val="90000"/>
        </a:lnSpc>
        <a:spcBef>
          <a:spcPts val="115"/>
        </a:spcBef>
        <a:spcAft>
          <a:spcPts val="225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750">
          <a:solidFill>
            <a:srgbClr val="404040"/>
          </a:solidFill>
          <a:latin typeface="Times New Roman" panose="02020603050405020304" pitchFamily="18" charset="0"/>
          <a:ea typeface="楷体" panose="02010609060101010101" pitchFamily="49" charset="-122"/>
        </a:defRPr>
      </a:lvl4pPr>
      <a:lvl5pPr marL="523875" indent="-104775" algn="l" rtl="0" eaLnBrk="0" fontAlgn="base" hangingPunct="0">
        <a:lnSpc>
          <a:spcPct val="90000"/>
        </a:lnSpc>
        <a:spcBef>
          <a:spcPts val="115"/>
        </a:spcBef>
        <a:spcAft>
          <a:spcPts val="225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750">
          <a:solidFill>
            <a:srgbClr val="404040"/>
          </a:solidFill>
          <a:latin typeface="Times New Roman" panose="02020603050405020304" pitchFamily="18" charset="0"/>
          <a:ea typeface="楷体" panose="02010609060101010101" pitchFamily="49" charset="-122"/>
        </a:defRPr>
      </a:lvl5pPr>
      <a:lvl6pPr marL="866775" indent="-104775" algn="l" rtl="0" fontAlgn="base">
        <a:lnSpc>
          <a:spcPct val="90000"/>
        </a:lnSpc>
        <a:spcBef>
          <a:spcPts val="115"/>
        </a:spcBef>
        <a:spcAft>
          <a:spcPts val="225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750">
          <a:solidFill>
            <a:srgbClr val="404040"/>
          </a:solidFill>
          <a:latin typeface="+mn-lt"/>
          <a:ea typeface="+mn-ea"/>
        </a:defRPr>
      </a:lvl6pPr>
      <a:lvl7pPr marL="1209675" indent="-104775" algn="l" rtl="0" fontAlgn="base">
        <a:lnSpc>
          <a:spcPct val="90000"/>
        </a:lnSpc>
        <a:spcBef>
          <a:spcPts val="115"/>
        </a:spcBef>
        <a:spcAft>
          <a:spcPts val="225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750">
          <a:solidFill>
            <a:srgbClr val="404040"/>
          </a:solidFill>
          <a:latin typeface="+mn-lt"/>
          <a:ea typeface="+mn-ea"/>
        </a:defRPr>
      </a:lvl7pPr>
      <a:lvl8pPr marL="1552575" indent="-104775" algn="l" rtl="0" fontAlgn="base">
        <a:lnSpc>
          <a:spcPct val="90000"/>
        </a:lnSpc>
        <a:spcBef>
          <a:spcPts val="115"/>
        </a:spcBef>
        <a:spcAft>
          <a:spcPts val="225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750">
          <a:solidFill>
            <a:srgbClr val="404040"/>
          </a:solidFill>
          <a:latin typeface="+mn-lt"/>
          <a:ea typeface="+mn-ea"/>
        </a:defRPr>
      </a:lvl8pPr>
      <a:lvl9pPr marL="1895475" indent="-104775" algn="l" rtl="0" fontAlgn="base">
        <a:lnSpc>
          <a:spcPct val="90000"/>
        </a:lnSpc>
        <a:spcBef>
          <a:spcPts val="115"/>
        </a:spcBef>
        <a:spcAft>
          <a:spcPts val="225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750">
          <a:solidFill>
            <a:srgbClr val="40404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08.588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uanlan.zhihu.com/p/7600377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CB4B4D-7CA3-9044-876B-883B54F8677D}" type="slidenum">
              <a:rPr lang="en-US" altLang="zh-CN" sz="1800" b="1" smtClean="0">
                <a:ea typeface="楷体" panose="02010609060101010101" pitchFamily="49" charset="-122"/>
              </a:rPr>
              <a:t>1</a:t>
            </a:fld>
            <a:endParaRPr lang="en-US" altLang="zh-CN" sz="1800" b="1">
              <a:ea typeface="楷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9050" y="308918"/>
            <a:ext cx="803480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659296" y="2016094"/>
            <a:ext cx="10515600" cy="357447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kumimoji="1" lang="zh-CN" altLang="en-US" sz="4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kumimoji="1" lang="en-US" altLang="zh-CN" sz="4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kumimoji="1" lang="en-US" altLang="zh-CN" sz="4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Experiment</a:t>
            </a:r>
            <a:r>
              <a:rPr kumimoji="1" lang="zh-CN" altLang="en-US" sz="4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4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kumimoji="1" lang="en-US" altLang="zh-CN" sz="71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ctr">
              <a:buNone/>
            </a:pPr>
            <a:endParaRPr kumimoji="1" lang="en-US" altLang="zh-CN" sz="4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ctr">
              <a:buNone/>
            </a:pPr>
            <a:r>
              <a:rPr kumimoji="1" lang="zh-CN" altLang="en-US" sz="4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文本数据挖掘</a:t>
            </a:r>
          </a:p>
        </p:txBody>
      </p:sp>
    </p:spTree>
  </p:cSld>
  <p:clrMapOvr>
    <a:masterClrMapping/>
  </p:clrMapOvr>
  <p:transition spd="med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CB4B4D-7CA3-9044-876B-883B54F8677D}" type="slidenum">
              <a:rPr lang="en-US" altLang="zh-CN" sz="1800" b="1" smtClean="0">
                <a:ea typeface="楷体" panose="02010609060101010101" pitchFamily="49" charset="-122"/>
              </a:rPr>
              <a:t>2</a:t>
            </a:fld>
            <a:endParaRPr lang="en-US" altLang="zh-CN" sz="1800" b="1">
              <a:ea typeface="楷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9050" y="308918"/>
            <a:ext cx="8034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CB9BA1B-6561-BD4F-B52D-71CBA3503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130" y="1428831"/>
            <a:ext cx="5194300" cy="36068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046D7C6-4784-0F43-9D46-8BD0CBC81CFA}"/>
              </a:ext>
            </a:extLst>
          </p:cNvPr>
          <p:cNvSpPr txBox="1"/>
          <p:nvPr/>
        </p:nvSpPr>
        <p:spPr>
          <a:xfrm>
            <a:off x="3130178" y="5386103"/>
            <a:ext cx="5307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labels.json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存放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的是类别序号以及类别的描述信息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505" y="2573791"/>
            <a:ext cx="17811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92642"/>
      </p:ext>
    </p:extLst>
  </p:cSld>
  <p:clrMapOvr>
    <a:masterClrMapping/>
  </p:clrMapOvr>
  <p:transition spd="med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CB4B4D-7CA3-9044-876B-883B54F8677D}" type="slidenum">
              <a:rPr lang="en-US" altLang="zh-CN" sz="1800" b="1" smtClean="0">
                <a:ea typeface="楷体" panose="02010609060101010101" pitchFamily="49" charset="-122"/>
              </a:rPr>
              <a:t>3</a:t>
            </a:fld>
            <a:endParaRPr lang="en-US" altLang="zh-CN" sz="1800" b="1">
              <a:ea typeface="楷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9050" y="308918"/>
            <a:ext cx="8034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C388C4B-D635-AB4D-9FE1-6069FCA4B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829" y="601305"/>
            <a:ext cx="8034806" cy="569668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E85A47B-08C2-3B40-878C-1FE0C32D74E9}"/>
              </a:ext>
            </a:extLst>
          </p:cNvPr>
          <p:cNvSpPr txBox="1"/>
          <p:nvPr/>
        </p:nvSpPr>
        <p:spPr>
          <a:xfrm>
            <a:off x="562489" y="3762061"/>
            <a:ext cx="2429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train.json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test.json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给出了所属的类别以及</a:t>
            </a:r>
            <a:r>
              <a:rPr kumimoji="1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sentence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文本数据和</a:t>
            </a:r>
            <a:r>
              <a:rPr kumimoji="1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keywords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505" y="2573791"/>
            <a:ext cx="17811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38397"/>
      </p:ext>
    </p:extLst>
  </p:cSld>
  <p:clrMapOvr>
    <a:masterClrMapping/>
  </p:clrMapOvr>
  <p:transition spd="med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CB4B4D-7CA3-9044-876B-883B54F8677D}" type="slidenum">
              <a:rPr lang="en-US" altLang="zh-CN" sz="1800" b="1" smtClean="0">
                <a:ea typeface="楷体" panose="02010609060101010101" pitchFamily="49" charset="-122"/>
              </a:rPr>
              <a:t>4</a:t>
            </a:fld>
            <a:endParaRPr lang="en-US" altLang="zh-CN" sz="1800" b="1">
              <a:ea typeface="楷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9050" y="308918"/>
            <a:ext cx="803480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实验要求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8980" y="1384935"/>
            <a:ext cx="103663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charset="0"/>
                <a:ea typeface="微软雅黑" charset="0"/>
                <a:cs typeface="微软雅黑" charset="0"/>
              </a:rPr>
              <a:t>实验一：在给定的数据集上，将文本数据分类成不同类别。</a:t>
            </a:r>
          </a:p>
          <a:p>
            <a:endParaRPr lang="zh-CN" altLang="en-US" sz="2400" dirty="0">
              <a:latin typeface="微软雅黑" charset="0"/>
              <a:ea typeface="微软雅黑" charset="0"/>
              <a:cs typeface="微软雅黑" charset="0"/>
            </a:endParaRPr>
          </a:p>
          <a:p>
            <a:pPr marL="800100" lvl="1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数据使用：只能使用文本数据（使用</a:t>
            </a:r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sentence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，不用</a:t>
            </a:r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keywords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）；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模型选择：只能使用</a:t>
            </a:r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CNN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变种，比如</a:t>
            </a:r>
            <a:r>
              <a:rPr lang="en-US" altLang="zh-CN" sz="2400" dirty="0" err="1">
                <a:latin typeface="微软雅黑" charset="0"/>
                <a:ea typeface="微软雅黑" charset="0"/>
                <a:cs typeface="微软雅黑" charset="0"/>
                <a:sym typeface="+mn-ea"/>
              </a:rPr>
              <a:t>TextCNN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；</a:t>
            </a:r>
            <a:endParaRPr lang="zh-CN" altLang="en-US" sz="2400" dirty="0">
              <a:latin typeface="微软雅黑" charset="0"/>
              <a:ea typeface="微软雅黑" charset="0"/>
              <a:cs typeface="微软雅黑" charset="0"/>
            </a:endParaRPr>
          </a:p>
          <a:p>
            <a:pPr marL="800100" lvl="1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</a:rPr>
              <a:t>数据要求：数据处理时可以使用相应的工具，如</a:t>
            </a:r>
            <a:r>
              <a:rPr lang="en-US" altLang="zh-CN" sz="2400" dirty="0" err="1">
                <a:latin typeface="微软雅黑" charset="0"/>
                <a:ea typeface="微软雅黑" charset="0"/>
                <a:cs typeface="微软雅黑" charset="0"/>
              </a:rPr>
              <a:t>jieba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</a:rPr>
              <a:t>，可以使用数据增强方法，但不能引入新数据，也不能使用其他的数据集；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zh-CN" altLang="en-US" sz="2400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 spd="med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CB4B4D-7CA3-9044-876B-883B54F8677D}" type="slidenum">
              <a:rPr lang="en-US" altLang="zh-CN" sz="1800" b="1" smtClean="0">
                <a:ea typeface="楷体" panose="02010609060101010101" pitchFamily="49" charset="-122"/>
              </a:rPr>
              <a:t>5</a:t>
            </a:fld>
            <a:endParaRPr lang="en-US" altLang="zh-CN" sz="1800" b="1">
              <a:ea typeface="楷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9050" y="308918"/>
            <a:ext cx="803480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实验要求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05AE52-8A19-5342-BE4A-ED236BF33435}"/>
              </a:ext>
            </a:extLst>
          </p:cNvPr>
          <p:cNvSpPr txBox="1"/>
          <p:nvPr/>
        </p:nvSpPr>
        <p:spPr>
          <a:xfrm>
            <a:off x="728980" y="1384935"/>
            <a:ext cx="103663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charset="0"/>
                <a:ea typeface="微软雅黑" charset="0"/>
                <a:cs typeface="微软雅黑" charset="0"/>
              </a:rPr>
              <a:t>实验二：同时使用文本数据和关键词的文本分类</a:t>
            </a:r>
          </a:p>
          <a:p>
            <a:endParaRPr lang="zh-CN" altLang="en-US" sz="2400" dirty="0">
              <a:latin typeface="微软雅黑" charset="0"/>
              <a:ea typeface="微软雅黑" charset="0"/>
              <a:cs typeface="微软雅黑" charset="0"/>
            </a:endParaRPr>
          </a:p>
          <a:p>
            <a:pPr marL="800100" lvl="1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数据使用：同时使用</a:t>
            </a:r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sentence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和</a:t>
            </a:r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keywords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；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模型选择：只能使用</a:t>
            </a:r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CNN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变种，比如</a:t>
            </a:r>
            <a:r>
              <a:rPr lang="en-US" altLang="zh-CN" sz="2400" dirty="0" err="1">
                <a:latin typeface="微软雅黑" charset="0"/>
                <a:ea typeface="微软雅黑" charset="0"/>
                <a:cs typeface="微软雅黑" charset="0"/>
                <a:sym typeface="+mn-ea"/>
              </a:rPr>
              <a:t>TextCNN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；</a:t>
            </a:r>
            <a:endParaRPr lang="zh-CN" altLang="en-US" sz="2400" dirty="0">
              <a:latin typeface="微软雅黑" charset="0"/>
              <a:ea typeface="微软雅黑" charset="0"/>
              <a:cs typeface="微软雅黑" charset="0"/>
            </a:endParaRPr>
          </a:p>
          <a:p>
            <a:pPr marL="800100" lvl="1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</a:rPr>
              <a:t>数据要求：数据处理时可以使用相应的工具，如</a:t>
            </a:r>
            <a:r>
              <a:rPr lang="en-US" altLang="zh-CN" sz="2400" dirty="0" err="1">
                <a:latin typeface="微软雅黑" charset="0"/>
                <a:ea typeface="微软雅黑" charset="0"/>
                <a:cs typeface="微软雅黑" charset="0"/>
              </a:rPr>
              <a:t>jieba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</a:rPr>
              <a:t>，可以使用数据增强方法，但不能引入新数据，也不能使用其他的数据集；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zh-CN" altLang="en-US" sz="2400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 spd="med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CB4B4D-7CA3-9044-876B-883B54F8677D}" type="slidenum">
              <a:rPr lang="en-US" altLang="zh-CN" sz="1800" b="1" smtClean="0">
                <a:ea typeface="楷体" panose="02010609060101010101" pitchFamily="49" charset="-122"/>
              </a:rPr>
              <a:t>6</a:t>
            </a:fld>
            <a:endParaRPr lang="en-US" altLang="zh-CN" sz="1800" b="1">
              <a:ea typeface="楷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9050" y="308918"/>
            <a:ext cx="803480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开发环境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4545" y="1474470"/>
            <a:ext cx="84169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charset="0"/>
                <a:ea typeface="微软雅黑" charset="0"/>
              </a:rPr>
              <a:t>主要语言为</a:t>
            </a:r>
            <a:r>
              <a:rPr lang="en-US" altLang="zh-CN" sz="2400">
                <a:latin typeface="微软雅黑" charset="0"/>
                <a:ea typeface="微软雅黑" charset="0"/>
              </a:rPr>
              <a:t>python3</a:t>
            </a:r>
          </a:p>
          <a:p>
            <a:r>
              <a:rPr lang="zh-CN" altLang="en-US" sz="2400">
                <a:latin typeface="微软雅黑" charset="0"/>
                <a:ea typeface="微软雅黑" charset="0"/>
              </a:rPr>
              <a:t>开发环境</a:t>
            </a:r>
            <a:r>
              <a:rPr lang="en-US" altLang="zh-CN" sz="2400">
                <a:latin typeface="微软雅黑" charset="0"/>
                <a:ea typeface="微软雅黑" charset="0"/>
              </a:rPr>
              <a:t>pycharm</a:t>
            </a:r>
            <a:r>
              <a:rPr lang="zh-CN" altLang="en-US" sz="2400">
                <a:latin typeface="微软雅黑" charset="0"/>
                <a:ea typeface="微软雅黑" charset="0"/>
              </a:rPr>
              <a:t>、</a:t>
            </a:r>
            <a:r>
              <a:rPr lang="en-US" altLang="zh-CN" sz="2400">
                <a:latin typeface="微软雅黑" charset="0"/>
                <a:ea typeface="微软雅黑" charset="0"/>
              </a:rPr>
              <a:t>vscode</a:t>
            </a:r>
            <a:r>
              <a:rPr lang="zh-CN" altLang="en-US" sz="2400">
                <a:latin typeface="微软雅黑" charset="0"/>
                <a:ea typeface="微软雅黑" charset="0"/>
              </a:rPr>
              <a:t>、</a:t>
            </a:r>
            <a:r>
              <a:rPr lang="en-US" altLang="zh-CN" sz="2400">
                <a:latin typeface="微软雅黑" charset="0"/>
                <a:ea typeface="微软雅黑" charset="0"/>
              </a:rPr>
              <a:t>jupyter notebook</a:t>
            </a:r>
            <a:r>
              <a:rPr lang="zh-CN" altLang="en-US" sz="2400">
                <a:latin typeface="微软雅黑" charset="0"/>
                <a:ea typeface="微软雅黑" charset="0"/>
              </a:rPr>
              <a:t>都可以</a:t>
            </a:r>
          </a:p>
        </p:txBody>
      </p:sp>
    </p:spTree>
  </p:cSld>
  <p:clrMapOvr>
    <a:masterClrMapping/>
  </p:clrMapOvr>
  <p:transition spd="med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CB4B4D-7CA3-9044-876B-883B54F8677D}" type="slidenum">
              <a:rPr lang="en-US" altLang="zh-CN" sz="1800" b="1" smtClean="0">
                <a:ea typeface="楷体" panose="02010609060101010101" pitchFamily="49" charset="-122"/>
              </a:rPr>
              <a:t>7</a:t>
            </a:fld>
            <a:endParaRPr lang="en-US" altLang="zh-CN" sz="1800" b="1">
              <a:ea typeface="楷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9050" y="308918"/>
            <a:ext cx="803480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参考资料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4545" y="1474470"/>
            <a:ext cx="111561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charset="0"/>
                <a:ea typeface="微软雅黑" charset="0"/>
              </a:rPr>
              <a:t>TextCNN</a:t>
            </a:r>
            <a:r>
              <a:rPr lang="zh-CN" altLang="en-US" sz="2400">
                <a:latin typeface="微软雅黑" charset="0"/>
                <a:ea typeface="微软雅黑" charset="0"/>
              </a:rPr>
              <a:t>：</a:t>
            </a:r>
            <a:endParaRPr lang="en-US" altLang="zh-CN" sz="2400">
              <a:latin typeface="微软雅黑" charset="0"/>
              <a:ea typeface="微软雅黑" charset="0"/>
            </a:endParaRPr>
          </a:p>
          <a:p>
            <a:r>
              <a:rPr lang="en-US" altLang="zh-CN" sz="2400">
                <a:latin typeface="微软雅黑" charset="0"/>
                <a:ea typeface="微软雅黑" charset="0"/>
              </a:rPr>
              <a:t>(2014 EMNLP) Convolutional Neural Networks for Sentence Classification</a:t>
            </a:r>
          </a:p>
          <a:p>
            <a:r>
              <a:rPr lang="en-US" altLang="zh-CN" sz="2400">
                <a:latin typeface="微软雅黑" charset="0"/>
                <a:ea typeface="微软雅黑" charset="0"/>
                <a:hlinkClick r:id="rId3"/>
              </a:rPr>
              <a:t>https://arxiv.org/abs/1408.5882</a:t>
            </a:r>
            <a:endParaRPr lang="en-US" altLang="zh-CN" sz="2400">
              <a:latin typeface="微软雅黑" charset="0"/>
              <a:ea typeface="微软雅黑" charset="0"/>
            </a:endParaRPr>
          </a:p>
          <a:p>
            <a:endParaRPr lang="en-US" altLang="zh-CN" sz="2400">
              <a:latin typeface="微软雅黑" charset="0"/>
              <a:ea typeface="微软雅黑" charset="0"/>
            </a:endParaRPr>
          </a:p>
          <a:p>
            <a:r>
              <a:rPr lang="zh-CN" altLang="en-US" sz="2400">
                <a:latin typeface="微软雅黑" charset="0"/>
                <a:ea typeface="微软雅黑" charset="0"/>
              </a:rPr>
              <a:t>文本分类的一些算法：</a:t>
            </a:r>
            <a:endParaRPr lang="en-US" altLang="zh-CN" sz="2400">
              <a:latin typeface="微软雅黑" charset="0"/>
              <a:ea typeface="微软雅黑" charset="0"/>
            </a:endParaRPr>
          </a:p>
          <a:p>
            <a:r>
              <a:rPr lang="en-US" altLang="zh-CN" sz="2400">
                <a:latin typeface="微软雅黑" charset="0"/>
                <a:ea typeface="微软雅黑" charset="0"/>
                <a:hlinkClick r:id="rId4"/>
              </a:rPr>
              <a:t>https://zhuanlan.zhihu.com/p/76003775</a:t>
            </a:r>
            <a:endParaRPr lang="en-US" altLang="zh-CN" sz="2400">
              <a:latin typeface="微软雅黑" charset="0"/>
              <a:ea typeface="微软雅黑" charset="0"/>
            </a:endParaRPr>
          </a:p>
          <a:p>
            <a:endParaRPr lang="zh-CN" altLang="en-US" sz="2400">
              <a:latin typeface="微软雅黑" charset="0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406489"/>
      </p:ext>
    </p:extLst>
  </p:cSld>
  <p:clrMapOvr>
    <a:masterClrMapping/>
  </p:clrMapOvr>
  <p:transition spd="med">
    <p:cut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B4DA2"/>
      </a:dk2>
      <a:lt2>
        <a:srgbClr val="EEECE1"/>
      </a:lt2>
      <a:accent1>
        <a:srgbClr val="0B4DA2"/>
      </a:accent1>
      <a:accent2>
        <a:srgbClr val="AE1831"/>
      </a:accent2>
      <a:accent3>
        <a:srgbClr val="FFFFFF"/>
      </a:accent3>
      <a:accent4>
        <a:srgbClr val="000000"/>
      </a:accent4>
      <a:accent5>
        <a:srgbClr val="AAB2CE"/>
      </a:accent5>
      <a:accent6>
        <a:srgbClr val="9D152B"/>
      </a:accent6>
      <a:hlink>
        <a:srgbClr val="0000FF"/>
      </a:hlink>
      <a:folHlink>
        <a:srgbClr val="800080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libri" panose="020F0502020204030204" pitchFamily="34" charset="0"/>
            <a:ea typeface="宋体" panose="02010600030101010101" pitchFamily="2" charset="-122"/>
            <a:sym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libri" panose="020F0502020204030204" pitchFamily="34" charset="0"/>
            <a:ea typeface="宋体" panose="02010600030101010101" pitchFamily="2" charset="-122"/>
            <a:sym typeface="Calibri" panose="020F0502020204030204" pitchFamily="34" charset="0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B4DA2"/>
        </a:dk2>
        <a:lt2>
          <a:srgbClr val="EEECE1"/>
        </a:lt2>
        <a:accent1>
          <a:srgbClr val="0B4DA2"/>
        </a:accent1>
        <a:accent2>
          <a:srgbClr val="AE1831"/>
        </a:accent2>
        <a:accent3>
          <a:srgbClr val="FFFFFF"/>
        </a:accent3>
        <a:accent4>
          <a:srgbClr val="000000"/>
        </a:accent4>
        <a:accent5>
          <a:srgbClr val="AAB2CE"/>
        </a:accent5>
        <a:accent6>
          <a:srgbClr val="9D152B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274</Words>
  <Application>Microsoft Macintosh PowerPoint</Application>
  <PresentationFormat>宽屏</PresentationFormat>
  <Paragraphs>44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-apple-system</vt:lpstr>
      <vt:lpstr>等线</vt:lpstr>
      <vt:lpstr>华文中宋</vt:lpstr>
      <vt:lpstr>Microsoft YaHei</vt:lpstr>
      <vt:lpstr>Microsoft YaHei</vt:lpstr>
      <vt:lpstr>Arial</vt:lpstr>
      <vt:lpstr>Calibri</vt:lpstr>
      <vt:lpstr>Calibri Light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</dc:creator>
  <cp:lastModifiedBy>王 昊</cp:lastModifiedBy>
  <cp:revision>1313</cp:revision>
  <dcterms:created xsi:type="dcterms:W3CDTF">2022-03-11T00:04:04Z</dcterms:created>
  <dcterms:modified xsi:type="dcterms:W3CDTF">2022-03-24T05:26:07Z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0E58E84551F342B6868BDCDB0A423A05</vt:lpwstr>
  </property>
  <property fmtid="{D5CDD505-2E9C-101B-9397-08002B2CF9AE}" pid="3" name="KSOProductBuildVer">
    <vt:lpwstr>2052-3.9.6.6441</vt:lpwstr>
  </property>
</Properties>
</file>